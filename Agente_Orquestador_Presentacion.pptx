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645920"/>
            <a:ext cx="5330952" cy="3200400"/>
          </a:xfrm>
          <a:prstGeom prst="rect">
            <a:avLst/>
          </a:prstGeom>
          <a:solidFill>
            <a:srgbClr val="1A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3AED"/>
                </a:solidFill>
              </a:rPr>
              <a:t>ORQUESTADOR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Sistema multi-agente con IA — arquitectura, flujos y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Backend FastAPI  ·  Celery Workers  ·  PostgreSQL  ·  Redis  ·  Next.js  ·  Telegram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2194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FASE 0–10 COMPLETA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5029200"/>
            <a:ext cx="21945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029200"/>
            <a:ext cx="219456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Claude Sonnet 4.6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Arquitectura de 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Todos los servicios corren en 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 :5432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Base de datos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Sesiones, mensajes, memoria,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workers, tareas programadas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56616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redis :6379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Broker de Celery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933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Cola de tareas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Pub/sub para workers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188720"/>
            <a:ext cx="356616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389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FastAPI + uvicorn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933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API REST + SSE 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Polling Telegram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356616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Celery worker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Ejecuta Claude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Ejecuta sub-agentes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56616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566160"/>
            <a:ext cx="3566160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celery-beat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Tareas programadas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Watchers Gmail/Calendar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566160" cy="210312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566160"/>
            <a:ext cx="3566160" cy="1645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:3000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Next.js 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370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Chat UI + paneles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SSE client streaming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Flujo de un Mensaje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Desde el input del usuario hasta la respuesta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8988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Web UI / Telegram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escribe un mensaje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5688" y="2286000"/>
            <a:ext cx="146304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79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59" y="1389888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SecurityValidator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Regex injection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Bloquea o permite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1648" y="2286000"/>
            <a:ext cx="146304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0" y="138988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MessageRouter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Haiku clasifica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el intent (~$0.0001)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7" y="2286000"/>
            <a:ext cx="1463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199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79" y="138988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7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AgentRunner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9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Loop agéntico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tools + streaming 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7" y="2286000"/>
            <a:ext cx="146304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78240" y="138988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Tools / Workers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Celery tasks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Sub-agentes / CC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39528" y="2286000"/>
            <a:ext cx="1463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04120" y="1280160"/>
            <a:ext cx="1783080" cy="22860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44200" y="1389888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1993391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DB + Telegram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37743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Persiste + notifica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334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costo calculado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Categorías del Router: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consulta_simple  |  notion_tasks  |  coding  |  web_dev  |  admin_email  |  admin_calendar  |  analisis  |  arquitectura  |  tareas_programadas  |  navegacion_chrome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Modelos usados: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37760"/>
            <a:ext cx="3474720" cy="6400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37760"/>
            <a:ext cx="10972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Haiku 4.5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Router + resúmenes rápidos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937760"/>
            <a:ext cx="3474720" cy="6400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4937760"/>
            <a:ext cx="109728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Sonnet 4.6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Orquestador + sub-agentes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4937760"/>
            <a:ext cx="3474720" cy="6400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55279" y="4937760"/>
            <a:ext cx="109728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79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Opus 4.7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9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Bloqueado — requiere auth explícita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Tools Registry — Herramientas disponibles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Todas las tools que puede invocar el orquestador durante el loop agéntico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get_memoria — recupera contexto por categoría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update_memoria — upsert de entradas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94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delete_memoria — elimina entrada por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search_memoria — búsqueda por 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remember_session — guarda resumen cross-sesión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65760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898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Workers &amp; 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run_claude_code — lanza CC session en Celery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025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get_workers_status — lista workers activos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94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cancel_worker — cancela worker en curso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96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create_subagent — instancia sub-agente especializado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143000"/>
            <a:ext cx="365760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3898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notion_get_tasks — tareas con label CLAUDE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025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notion_search — búsqueda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2494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notion_list_database — items de un tablero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496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notion_get_page — contenido de una página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notion_create_task — nueva tarea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990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notion_update_task — actualizar estado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0332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703320"/>
            <a:ext cx="3657600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50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Gmail + Calendar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read_gmail_inbox — leer correos recientes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628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read_calendar_events — eventos próximos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70332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59" y="3703320"/>
            <a:ext cx="365760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50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Tareas Programadas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315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schedule_task — crear cron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628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list_scheduled_tasks — listar todas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8097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delete_scheduled_task — eliminar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056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toggle_scheduled_task — activar/desactivar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3703320"/>
            <a:ext cx="3657600" cy="237744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3703320"/>
            <a:ext cx="3657600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39502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Playbooks + Chrome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315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save_playbook / list_playbooks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5628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get_playbook / run_playbook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8097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update_playbook / delete_playbook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5056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chrome_navigate — navegar URL (whitelist)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5303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chrome_screenshot — captura de pantalla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Sub-Agentes Especializados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El orquestador delega objetivos completos → el sub-agente ejecuta de forma autónoma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6459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1344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sub_webdev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C3AED"/>
                </a:solidFill>
              </a:rPr>
              <a:t>Senior Frontend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Max 4h · 5 workers · confirm_writes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Next.js 15 · Tailwind CSS ·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11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Animaciones Apple-style, GSAP + ScrollTrigger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Scroll-driven video, landing pages cinemáticas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0116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Crea rama Git → implementa → valida build → abre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4173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Guarda progreso en memoria webdev_progreso_*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17520"/>
            <a:ext cx="1152144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16459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3127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sub_dev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Dev Senior Backend/Fullstack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59" y="37947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Max 2h · 5 workers · confirm_writes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004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Tareas técnicas generales de backend o fullstack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7947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Acceso a Notion para contexto de tareas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2004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run_claude_code para implementación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7947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Puede leer y escribir memoria del orquestador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00600"/>
            <a:ext cx="1152144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00600"/>
            <a:ext cx="164592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sub_analista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59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B6D4"/>
                </a:solidFill>
              </a:rPr>
              <a:t>Analista / Investigador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Max 1h · 3 workers · 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983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Análisis de datos, reportes e investigación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577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Acceso a Gmail inbox para contexto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9834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Búsqueda en Notion y lectura de páginas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577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✓ No puede crear sub-agentes (evita recursión)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Flujo de delegación: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Orquestador → create_subagent (sin confirmación) → Worker en DB → execute_subagent.delay() → Celery → AgentRunner.run() → resultado como mensaje + Telegram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UI y Canales de Interacción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Componentes de la Web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ChatWindow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307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Chat principal con SSE streaming en tiempo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MessageBubble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Render de mensajes + footer de costo por turno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InputBar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Input + botón de voz (Web Speech 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Sidebar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816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Sesiones con título auto generado + botón eliminar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RightPanel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319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Tabs: Agentes | Memoria | Flujos | Workers | Seg.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947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ConsolasPanel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8221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Panel colapsable inferior — live output de workers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5196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PlaybooksPanel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325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CRUD de playbooks + botón de ejecución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MemoryPanel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Visualización y edición de memoria persistente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SecurityPanel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Eventos de seguridad con acciones de resolución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60720"/>
            <a:ext cx="5303520" cy="43891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AgentsPanel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833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Estado de agentes, workers activos, tareas cron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Canales de Interacción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234440"/>
            <a:ext cx="530352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234440"/>
            <a:ext cx="16459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344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Web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099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Chat con streaming SSE en tiempo real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9476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Panel lateral derecho con tabs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185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Live console de workers (ConsolasPanel)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Toggle TTS (síntesis de voz)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6609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Playbooks: flujos guardados ejecutables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017520"/>
            <a:ext cx="530352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3017520"/>
            <a:ext cx="16459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127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Telegram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4930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Polling (no requiere webhook/ngrok)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7307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Transcripción de audio con Whisper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9684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Respuestas con TTS en formato OGG Opus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06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Notificaciones de workers y sub-agentes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443983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Resúmenes de sesiones de Claude Code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800600"/>
            <a:ext cx="5303520" cy="1600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4800600"/>
            <a:ext cx="1645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Hotkey macOS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2760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Cmd+&lt; activa grabación de voz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513831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Script scripts/hotkey_voice.py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75157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Solo en desarrollo local macOS/Windows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API Endpoints  /api/*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Todos requieren header Authorization: Bearer &lt;APP_AUTH_TOKEN&gt;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743200" cy="1271016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/chat             — respuesta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/chat/stream      — SSE streaming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2743200" cy="1517904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143000"/>
            <a:ext cx="274320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/sessions                    — lista paginada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DELETE /sessions/{id}              — elimina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03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/sessions/{id}/messages      — historial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2743200" cy="1517904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27432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Memoria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/memory           — lista entradas (limit=100)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/memory           — crear/actualizar entrada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03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DELETE /memory/{id}     — eliminar entrada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43000"/>
            <a:ext cx="2743200" cy="1764792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143000"/>
            <a:ext cx="27432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/workers                  — lista workers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/workers/{id}             — detalle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203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/workers/{id}/cancel      — cancelar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/workers/hook             — Claude Code Stop 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94760"/>
            <a:ext cx="2743200" cy="1517904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794760"/>
            <a:ext cx="274320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/security/events           — paginado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/security/events/{id}/resolve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55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 /security/events/{id}/retry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794760"/>
            <a:ext cx="2743200" cy="1517904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3794760"/>
            <a:ext cx="2743200" cy="182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GET/POST /playbooks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GET/PATCH/DELETE /playbooks/{id}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855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/playbooks/{id}/run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794760"/>
            <a:ext cx="2743200" cy="1517904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794760"/>
            <a:ext cx="274320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Tareas Programadas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  /scheduled-tasks          — lista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DELETE /scheduled-tasks/{id}     — eliminar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55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PATCH  /scheduled-tasks/{id}/toggle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3794760"/>
            <a:ext cx="2743200" cy="20116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3794760"/>
            <a:ext cx="27432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Otros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/agents            — dashboard de agentes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/schedule          — watchers sistema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855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/transcribe        — Whisper ASR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5111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POST /tts/synthesize    — síntesis de voz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5367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GET  /health            — liveness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Infraestructura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Capas de Seguridad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SecurityValidator: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234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Regex scan en cada mensaje entrante — 14 patrones de injection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562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APP_AUTH_TOKEN: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647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Todos los endpoints requieren Bearer token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38658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ALLOWED_WORKING_DIRS: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951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Validación en tool handler + SecurityValidator antes de crear worker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169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25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Prompt injection: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254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Sanitización del output de tools — flagged=True bloquea la acción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4472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SECURITY_STRICT_MODE: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558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True: bloquea directo · False: marca para revisión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977639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Chrome whitelist: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8862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CHROME_ALLOWED_DOMAINS — lista blanca de dominios navegables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0799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Costos automáticos: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16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MAX_COST_PER_SESSION_USD · MAX_COST_PER_DAY_USD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0383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469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Tabla security_events: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9469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Registro completo de eventos — resolvibles desde la 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Setup y Variables de Entorno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234440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234440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2801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ANTHROPIC_API_KEY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47218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Requerida — sk-ant-...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764792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764792"/>
            <a:ext cx="91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810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APP_AUTH_TOKEN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0025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Requerida — token aleatorio seguro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295144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2295144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34086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DATABASE_URL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532887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Auto en Docker Compose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2825496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2825496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871215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REDIS_URL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06323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Auto en Docker Compose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355848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335584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01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TELEGRAM_BOT_TOKEN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593591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BotFather — para activar Telegram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886200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388620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931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NOTION_API_TOKEN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12394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Integration token de Notion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416552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4416552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4622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GOOGLE_REFRESH_TOKEN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65429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OAuth2 refresh (no vence)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946904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4946904"/>
            <a:ext cx="914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49926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ALLOWED_WORKING_DIRS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846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Lista JSON de rutas del container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5477256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0" y="5477256"/>
            <a:ext cx="9144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5229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CHROME_ALLOWED_DOMAINS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57150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Lista JSON de dominios permitidos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6007608"/>
            <a:ext cx="5760720" cy="45720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480" y="6007608"/>
            <a:ext cx="91440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6053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GMAIL/CALENDAR_WATCHER_ENABLED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624535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false por defecto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Suite de Tests — Estado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22/22 tests passing · sin DB ni Docker requerido · correr con: python -m pytest tests/ -v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2120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tests/test_security.py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13 tests — SecurityValidator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99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test_clean_message_passes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225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test_injection_ignore_instructions_blocked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42616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151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test_injection_system_tag_blocked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5224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077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test_injection_curl_blocked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27832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test_injection_admin_override_blocked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20440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930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test_strict_mode_blocks_immediately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13048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8561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test_non_strict_mode_marks_needs_review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05656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test_case_insensitive_detection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98264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test_multiline_message_clean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90872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634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test_allowed_tool_passes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983480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560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test_forbidden_tool_blocked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276088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2486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test_run_claude_code_invalid_dir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568696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412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test_run_claude_code_valid_dir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861304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338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test_empty_allowed_list_permits_all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143000"/>
            <a:ext cx="5394960" cy="521208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1143000"/>
            <a:ext cx="539496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tests/test_registry.py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737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9 tests — ToolRegistry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057400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0299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test_all_critical_tools_registered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350008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3225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test_run_claude_code_has_required_fields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642616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6151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test_create_subagent_no_confirmation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935224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29077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test_blocks_invalid_working_dir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227832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2004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test_allows_valid_working_dir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520440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4930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test_no_restriction_when_allowed_dirs_empty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813048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78561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test_invalid_cron_returns_error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105656"/>
            <a:ext cx="502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test_invalid_action_type_returns_error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Roadmap — Desarrollos Futuros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Funcionalidades posibles ordenadas por valor/complejidad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0332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1435608"/>
            <a:ext cx="68580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435608"/>
            <a:ext cx="73152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Multi-tenant / Equipos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Tabla users + auth por API key propia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Sesiones aisladas por 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Roles: admin / dev /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Límites de costo por usuario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143000"/>
            <a:ext cx="3703320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435608"/>
            <a:ext cx="685800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435608"/>
            <a:ext cx="73152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7099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Memoria Vectorial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pgvector en PostgreSQL existente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95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Embeddings con Voyage AI o text-embedding-3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340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Búsqueda semántica en memoria y mensajes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723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Reemplaza búsqueda por ilike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1143000"/>
            <a:ext cx="37033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93607" y="1435608"/>
            <a:ext cx="68580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18519" y="1435608"/>
            <a:ext cx="7315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7099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Agente GitHub / CI-CD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0574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Herramientas: crear PR, revisar diffs, comentar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395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Hook en GitHub Actions → notifica al orquestador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340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sub_devops para pipelines automatizados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723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Watch de PRs abiertos en repos configurados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749039"/>
            <a:ext cx="37033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" y="4041648"/>
            <a:ext cx="68580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4041648"/>
            <a:ext cx="7315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159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Métricas: costo por día/semana/agente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01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Gráficos de uso de tools más frecuentes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400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Latencia promedio por tipo de tarea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7842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Exportar a CSV / Google Sheets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3749039"/>
            <a:ext cx="370332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61688" y="4041648"/>
            <a:ext cx="68580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4041648"/>
            <a:ext cx="73152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3159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Evals Automáticos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Dataset de casos de prueba por categoría de router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001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Eval nightly en CI: precisión del router &gt; 95%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3400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Eval de regresión en SecurityValidator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67842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Comparación Haiku vs Sonnet en tareas reales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3879" y="3749039"/>
            <a:ext cx="3703320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93607" y="4041648"/>
            <a:ext cx="685800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FASE 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18519" y="4041648"/>
            <a:ext cx="7315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3159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Notificaciones Push / Email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Workers finalizados → push notification browser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001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Resumen diario por email (SendGrid)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3400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Alertas de costo por umbral configurable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567842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· Digest semanal de actividad de sub-agentes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Cómo Probar cada Funcionalidad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Checklist de validación manual y automatizada por área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07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Chat &amp;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POST /api/chat/stream con Authorization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Verificar que lleguen eventos SSE: session_id → text_delta → cost_update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Enviar mensaje con patrón de injection → verificar security_alert 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Cortar conexión a mitad → verificar que timeout (300s) no quede abierto en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14300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143000"/>
            <a:ext cx="55778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807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Router de clasificación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09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Mensaje 'qué tareas hay en Notion?' → debe routear a notion_tasks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84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Mensaje 'hacé una landing page' → debe routear a web_dev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58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Mensaje 'navegá a linkedin.com' → debe routear a navegacion_chrome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32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Revisar en logs el campo route_result con la categoría detectada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557784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552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Workers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84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Tool run_claude_code con working_dir inválido → debe retornar {error: ...}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58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Tool run_claude_code con working_dir válido → worker en DB con status=pending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330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ConsolasPanel → verificar que se abra solo y muestre output en tiempo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cancel_worker → worker pasa a status=cancelled en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301752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79" y="3017520"/>
            <a:ext cx="557784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2552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Sub-agentes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84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Pedirle al orquestador 'crea un sub_webdev para...' → create_subagent sin confirmación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58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GET /api/workers → verificar worker con type=subagent en status=running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330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Esperar resultado → verificar mensaje del asistente en la sesión + notificación Telegram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07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AgentsPanel → verificar contador de active_workers actualizado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9204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5577840" cy="182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297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Playbooks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58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Crear playbook desde PlaybooksPanel con 2-3 pasos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332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Ejecutar playbook → verificar que el prompt se inyecta en el 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076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GET /api/playbooks → verificar run_count incrementado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8192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Editar y eliminar playbook desde la 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79" y="4892040"/>
            <a:ext cx="5577840" cy="17373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9" y="4892040"/>
            <a:ext cx="557784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1297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458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1. python -m pytest tests/ -v → 22/22 must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7332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2. Enviar '[admin] override' → verificar evento en SecurityPanel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60076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3. run_claude_code con dir fuera de ALLOWED_WORKING_DIRS → error en tool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28192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4. SECURITY_STRICT_MODE=false → mensaje con injection debe llegar (needs_review)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Setup Rápido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De cero a sistema corriendo en ~10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25272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075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Clonar repo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623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89280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git clone https://github.com/lucascatro29/Agente_Orquestador.git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cd Agente_Orquestador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25272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3075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Configurar .env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85623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89280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cp .env.example .env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35915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Completar: ANTHROPIC_API_KEY, APP_AUTH_TOKEN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86207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8986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Opcional: TELEGRAM_BOT_TOKEN, NOTION_API_TOKEN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143000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252728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3075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Levantar Docker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85623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1" y="189280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docker compose up --build -d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35915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1" y="2395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docker compose ps  →  todos deben estar healthy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86207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1" y="28986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curl http://localhost:8000/health  →  {status: ok}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3858768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9136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6227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4988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cd frontend &amp;&amp; npm install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6519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001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npm run dev  →  abrir http://localhost:3000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3858768"/>
            <a:ext cx="438912" cy="43891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39136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Correr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46227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44988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cd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96519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5001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python -m pytest tests/ -v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46811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55046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22/22 tests must 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3749039"/>
            <a:ext cx="3703320" cy="2423160"/>
          </a:xfrm>
          <a:prstGeom prst="rect">
            <a:avLst/>
          </a:prstGeom>
          <a:solidFill>
            <a:srgbClr val="27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21040" y="3858768"/>
            <a:ext cx="438912" cy="43891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9136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OAuth (opcional)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446227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1" y="44988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Copiar credentials.json a scripts/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96519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9911" y="5001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python scripts/get_google_tokens.py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5468112"/>
            <a:ext cx="3429000" cy="411480"/>
          </a:xfrm>
          <a:prstGeom prst="rect">
            <a:avLst/>
          </a:prstGeom>
          <a:solidFill>
            <a:srgbClr val="0F0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9911" y="55046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Completar GOOGLE_* en .env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